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D4E89"/>
                </a:solidFill>
                <a:latin typeface="Consolas"/>
              </a:rPr>
              <a:t>DEFENSIVE SECURITY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0"/>
              </a:spcAft>
            </a:pPr>
            <a:r>
              <a:rPr sz="4200" b="1">
                <a:solidFill>
                  <a:srgbClr val="123045"/>
                </a:solidFill>
                <a:latin typeface="Segoe UI"/>
              </a:rPr>
              <a:t>Trust-Gated Fast-Weight Updates
for TTT-E2E LLMs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4315968"/>
            <a:ext cx="2743200" cy="0"/>
          </a:xfrm>
          <a:prstGeom prst="line">
            <a:avLst/>
          </a:prstGeom>
          <a:ln w="25400">
            <a:solidFill>
              <a:srgbClr val="1D4E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4553712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6673"/>
                </a:solidFill>
                <a:latin typeface="Segoe UI"/>
              </a:rPr>
              <a:t>What has been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96A1AB"/>
                </a:solidFill>
                <a:latin typeface="Consolas"/>
              </a:rPr>
              <a:t>2026-09-15   ·   vendor pin a4fc478   ·   corpus pin cc2adbc8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Can a benign-looking stream corrupt a model that learns at inference?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9326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0"/>
              </a:spcAft>
            </a:pPr>
            <a:r>
              <a:rPr sz="1900" b="0">
                <a:solidFill>
                  <a:srgbClr val="5A6673"/>
                </a:solidFill>
                <a:latin typeface="Segoe UI"/>
              </a:rPr>
              <a:t>TTT-E2E updates a small set of fast weights by gradient descent during the forward pass. Those weights are 6.2% of the model, and they are written to by whatever text arrives. That is an attack surface no frozen model 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28999"/>
            <a:ext cx="9692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600" b="1">
                <a:solidFill>
                  <a:srgbClr val="10151C"/>
                </a:solidFill>
                <a:latin typeface="Segoe UI"/>
              </a:rPr>
              <a:t>The kill-gate.</a:t>
            </a:r>
            <a:r>
              <a:rPr sz="1600">
                <a:solidFill>
                  <a:srgbClr val="5A6673"/>
                </a:solidFill>
                <a:latin typeface="Segoe UI"/>
              </a:rPr>
              <a:t>  An attack must clear all three pre-registered bars: Cohen's d ≥ 0.8, relative degradation ≥ 10%, fluency ratio ≤ 1.5.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600" b="1">
                <a:solidFill>
                  <a:srgbClr val="10151C"/>
                </a:solidFill>
                <a:latin typeface="Segoe UI"/>
              </a:rPr>
              <a:t>Why a gate, not a patch.</a:t>
            </a:r>
            <a:r>
              <a:rPr sz="1600">
                <a:solidFill>
                  <a:srgbClr val="5A6673"/>
                </a:solidFill>
                <a:latin typeface="Segoe UI"/>
              </a:rPr>
              <a:t>  If no benign-looking attack exists, there is no defence worth building — and the project stops.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600" b="1">
                <a:solidFill>
                  <a:srgbClr val="10151C"/>
                </a:solidFill>
                <a:latin typeface="Segoe UI"/>
              </a:rPr>
              <a:t>Status.</a:t>
            </a:r>
            <a:r>
              <a:rPr sz="1600">
                <a:solidFill>
                  <a:srgbClr val="5A6673"/>
                </a:solidFill>
                <a:latin typeface="Segoe UI"/>
              </a:rPr>
              <a:t>  The gate has not been run. Nothing in this deck is a verdict.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55463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A6673"/>
                </a:solidFill>
                <a:latin typeface="Consolas"/>
              </a:rPr>
              <a:t>PREREGISTERED.md, frozen 2026-08-08. Bars are reported against, never moved.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FINDING 1 · EXPERIMENT 002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The attack does nothing — and the mechanism it attacks is alive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39"/>
            <a:ext cx="103628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600" b="1">
                <a:solidFill>
                  <a:srgbClr val="1D4E89"/>
                </a:solidFill>
                <a:latin typeface="Consolas"/>
              </a:rPr>
              <a:t>d = -0.003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44367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5A6673"/>
                </a:solidFill>
                <a:latin typeface="Segoe UI"/>
              </a:rPr>
              <a:t>Cohen's d, crafted poison stream vs matched control, 5 seeds. Bar for corruption is d ≥ 0.8.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630167"/>
          <a:ext cx="10149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194560"/>
                <a:gridCol w="47548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Observed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Reads as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Attack effect size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-0.003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0th percentile of its own null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Relative degradation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-0.0012%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bar is 10%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Inner-loop adaptation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0.1532 nats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vs 0.0007 shallow — the fast weights do move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394959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A6673"/>
                </a:solidFill>
                <a:latin typeface="Consolas"/>
              </a:rPr>
              <a:t>A null from a working mechanism. Not a null because nothing was adapting.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FINDING 2 · THE INSTRUMENT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At five seeds, the criterion fires without an attacker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3</a:t>
            </a:r>
          </a:p>
        </p:txBody>
      </p:sp>
      <p:pic>
        <p:nvPicPr>
          <p:cNvPr id="6" name="Picture 5" descr="nul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59" y="1892807"/>
            <a:ext cx="935637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956047"/>
            <a:ext cx="9692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3 of 20 null draws clear |d| ≥ 0.8.</a:t>
            </a:r>
            <a:r>
              <a:rPr sz="1500">
                <a:solidFill>
                  <a:srgbClr val="5A6673"/>
                </a:solidFill>
                <a:latin typeface="Segoe UI"/>
              </a:rPr>
              <a:t>  False-positive rate 15%. Median |d| 0.362, max 1.307.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In the shallow pilot the noise floor exceeded the effect.</a:t>
            </a:r>
            <a:r>
              <a:rPr sz="1500">
                <a:solidFill>
                  <a:srgbClr val="5A6673"/>
                </a:solidFill>
                <a:latin typeface="Segoe UI"/>
              </a:rPr>
              <a:t>  d = 0.872 poison-vs-control, 0.964 control-vs-control,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FINDING 3 ·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The pilot had been training on this repository's own documentation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9326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0"/>
              </a:spcAft>
            </a:pPr>
            <a:r>
              <a:rPr sz="1800" b="0">
                <a:solidFill>
                  <a:srgbClr val="5A6673"/>
                </a:solidFill>
                <a:latin typeface="Segoe UI"/>
              </a:rPr>
              <a:t>Its corpus loader globbed docs/**/*.md and experiments/**/*.md at run time. Every commit touching a markdown file silently changed the experiment.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971799"/>
          <a:ext cx="1014984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65760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Quantity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Before the pin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After the pin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Corpus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672 KB, 47 files, drifting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615,141 B, frozen, hashed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Shallow pilot 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+0.0535 → −1.2838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+0.872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Deep pilot 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+0.8313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−0.003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Null false-positive rate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55%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15%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093207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B4541B"/>
                </a:solidFill>
                <a:latin typeface="Consolas"/>
              </a:rPr>
              <a:t>A morning editing two unrelated READMEs moved d across zero and past the bar in the
opposite direction. Same code, same seeds. corpus.txt is now pinned by SHA-256 and
checked on load; a mismatch refuses to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FINDING 4 · EXPERIMENT 003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First execution of the vendor model, on free hardware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920239"/>
          <a:ext cx="10149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377440"/>
                <a:gridCol w="47548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Quantity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Observed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Reconstructed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Trainable parameters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184,363,776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matches to within the RMSNorm weights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Inner (fast) weights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11,501,568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3 × 3 × 768 × 1664 — exact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Attack surface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6.24%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of all trainable parameters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</a:tbl>
          </a:graphicData>
        </a:graphic>
      </p:graphicFrame>
      <p:pic>
        <p:nvPicPr>
          <p:cNvPr id="7" name="Picture 6" descr="inner_loop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789" y="3675887"/>
            <a:ext cx="7786116" cy="2395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6199631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A6673"/>
                </a:solidFill>
                <a:latin typeface="Consolas"/>
              </a:rPr>
              <a:t>125M random init, dummy tokens, seq 8192 · RTX 3070 Ti (SM86), bf16 · runner a7447ce.
Chunk 1 lands 0.030 nats from a value predicted from two config constants.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FINDING 5 · COST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The evaluation split is eight times larger than assumed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920239"/>
          <a:ext cx="103327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103120"/>
                <a:gridCol w="2468880"/>
                <a:gridCol w="33832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Quantity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Assumed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Measured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5A6673"/>
                          </a:solidFill>
                          <a:latin typeface="Segoe UI"/>
                        </a:rPr>
                        <a:t>Consequence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/val tokens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50M – 1B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2,000,168,321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eval pass 0.9 h → 7.45 h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Storage codec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Blosc ≈ 2.5×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uncompressed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chunk-aligned subsampling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1B checkpoint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5.9 GB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Consolas"/>
                        </a:rPr>
                        <a:t>5.35 GB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inside the stated ±10%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Session total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≈ 4 h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≈ 10.5 h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0151C"/>
                          </a:solidFill>
                          <a:latin typeface="Segoe UI"/>
                        </a:rPr>
                        <a:t>collides with the 12 h stop</a:t>
                      </a:r>
                    </a:p>
                  </a:txBody>
                  <a:tcPr marL="0" marR="128016" marT="41148" marB="4114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059935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A6673"/>
                </a:solidFill>
                <a:latin typeface="Consolas"/>
              </a:rPr>
              <a:t>Because the store is uncompressed, /val is 21 chunks of exactly 100,000,000 tokens.
Fetching three gives SE 0.0015 nats against a 0.491-nat band, for 1.12 h instead of 7.45.
Fixed in writing before any baseline result is seen.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What is not established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39"/>
            <a:ext cx="9692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No kill-gate verdict.</a:t>
            </a:r>
            <a:r>
              <a:rPr sz="1500">
                <a:solidFill>
                  <a:srgbClr val="5A6673"/>
                </a:solidFill>
                <a:latin typeface="Segoe UI"/>
              </a:rPr>
              <a:t>  Experiment 001 has not run. PREREGISTERED.md is untouched.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No fast-weight carry result.</a:t>
            </a:r>
            <a:r>
              <a:rPr sz="1500">
                <a:solidFill>
                  <a:srgbClr val="5A6673"/>
                </a:solidFill>
                <a:latin typeface="Segoe UI"/>
              </a:rPr>
              <a:t>  The check Experiment 003 exists for is blocked on GPU memory — an 8 GB card is about 2 GB short.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No 1B baseline.</a:t>
            </a:r>
            <a:r>
              <a:rPr sz="1500">
                <a:solidFill>
                  <a:srgbClr val="5A6673"/>
                </a:solidFill>
                <a:latin typeface="Segoe UI"/>
              </a:rPr>
              <a:t>  Needs a rented Ampere card; Kaggle and Colab are architecturally excluded — cuDNN fused attention requires SM80+.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Experiment 002 is not TTT-E2E.</a:t>
            </a:r>
            <a:r>
              <a:rPr sz="1500">
                <a:solidFill>
                  <a:srgbClr val="5A6673"/>
                </a:solidFill>
                <a:latin typeface="Segoe UI"/>
              </a:rPr>
              <a:t>  A ~0.1M-parameter byte-level stand-in with an unscored realism bar. It cannot return PROCEED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85031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A6673"/>
                </a:solidFill>
                <a:latin typeface="Consolas"/>
              </a:rPr>
              <a:t>Seven first-launch failures found and fixed on free hardware, including a checkpoint
restore path that raises on the released artefact and a sequence-length reduction that
returns NaN rather than an error.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58368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D4E89"/>
                </a:solidFill>
                <a:latin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23045"/>
                </a:solidFill>
                <a:latin typeface="Segoe UI"/>
              </a:rPr>
              <a:t>Four hours of rented Ampere closes the remaining gap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73351"/>
            <a:ext cx="10362895" cy="0"/>
          </a:xfrm>
          <a:prstGeom prst="line">
            <a:avLst/>
          </a:prstGeom>
          <a:ln w="12700">
            <a:solidFill>
              <a:srgbClr val="D3DA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6A1AB"/>
                </a:solidFill>
                <a:latin typeface="Consolas"/>
              </a:rPr>
              <a:t>Trust-Gated Fast-Weight Updates for TTT-E2E LLMs     ·     2026-09-15     ·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39"/>
            <a:ext cx="9692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1 · Fast-weight carry.</a:t>
            </a:r>
            <a:r>
              <a:rPr sz="1500">
                <a:solidFill>
                  <a:srgbClr val="5A6673"/>
                </a:solidFill>
                <a:latin typeface="Segoe UI"/>
              </a:rPr>
              <a:t>  Finish Experiment 003 at full sequence length. Retires the project's named #1 technical risk.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2 · 125M rehearsal.</a:t>
            </a:r>
            <a:r>
              <a:rPr sz="1500">
                <a:solidFill>
                  <a:srgbClr val="5A6673"/>
                </a:solidFill>
                <a:latin typeface="Segoe UI"/>
              </a:rPr>
              <a:t>  Checkpoint already fetched, $0.13 spent. Exercises every failure mode except memory.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3 · 1B baseline.</a:t>
            </a:r>
            <a:r>
              <a:rPr sz="1500">
                <a:solidFill>
                  <a:srgbClr val="5A6673"/>
                </a:solidFill>
                <a:latin typeface="Segoe UI"/>
              </a:rPr>
              <a:t>  Three /val chunks against the 2.314–2.805 band. ≈ 4 h, ≈ ₹560.</a:t>
            </a:r>
          </a:p>
          <a:p>
            <a:pPr>
              <a:lnSpc>
                <a:spcPct val="122000"/>
              </a:lnSpc>
              <a:spcAft>
                <a:spcPts val="1500"/>
              </a:spcAft>
            </a:pPr>
            <a:r>
              <a:rPr sz="1500" b="1">
                <a:solidFill>
                  <a:srgbClr val="10151C"/>
                </a:solidFill>
                <a:latin typeface="Segoe UI"/>
              </a:rPr>
              <a:t>4 · Then, and only then, the kill-gate.</a:t>
            </a:r>
            <a:r>
              <a:rPr sz="1500">
                <a:solidFill>
                  <a:srgbClr val="5A6673"/>
                </a:solidFill>
                <a:latin typeface="Segoe UI"/>
              </a:rPr>
              <a:t>  Five seeds per arm — with the 15% false-positive rate above held in 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85031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5A6673"/>
                </a:solidFill>
                <a:latin typeface="Consolas"/>
              </a:rPr>
              <a:t>Everything measured so far cost $0.13. The dominant line in the session cost model is
first-launch debugging, and it is being paid in laptop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