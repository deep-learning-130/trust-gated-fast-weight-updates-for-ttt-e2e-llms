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6888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Trust-Gated Fast-Weight Updates for TTT-E2E LLMs</a:t>
            </a:r>
          </a:p>
          <a:p>
            <a:pPr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Status of work — what has been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Done.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002 complete and reproducible. 003 executes the vendor model. Cost model measured against the live bucket.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Not done.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Kill-gate (001). Fast-weight carry. 1B baseline.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Verdict.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None. Nothing here is a PROCEED or a STOP.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Spend.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$0.13, one GCS transfer. All compute so far on free hardware.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61623"/>
              </p:ext>
            </p:extLst>
          </p:nvPr>
        </p:nvGraphicFramePr>
        <p:xfrm>
          <a:off x="1005840" y="3755183"/>
          <a:ext cx="9875520" cy="2051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Pre-registered bar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Cohen's 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0.80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frozen 2026-08-08, untouched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977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Relative degradation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10%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frozen 2026-08-08, untouched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Fluency ratio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≤ 1.5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frozen 2026-08-08, not yet scorable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Experiment 002 — scaled-down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27648"/>
            <a:ext cx="1036289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 sz="10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Victim: ~0.1M-parameter byte-level TTT stand-in. Not TTT-E2E.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Attacker selects real spans from a benign corpus and chooses their order.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Base weights frozen; only the fast MLP is updated, by SGD, once per chunk.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907792"/>
          <a:ext cx="98755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Measurement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Observed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Bar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Effect size (Cohen's d)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-0.003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≥ 0.80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Relative degradation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-0.0012%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10%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Inner-loop adaptation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0.1532 nats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vs 0.0007 with shallow base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Position in own null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0th percentile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Experiment 002 — null distribution</a:t>
            </a:r>
          </a:p>
        </p:txBody>
      </p:sp>
      <p:pic>
        <p:nvPicPr>
          <p:cNvPr id="5" name="Picture 4" descr="nul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627632"/>
            <a:ext cx="950976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62856"/>
            <a:ext cx="10058400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—  3 of 20 control-vs-control draws clear |d| ≥ 0.80. False-positive rate 15%.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—  Median |d| 0.362, max 1.307, 5 seeds per draw.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—  Shallow pilot, same run: d = 0.872 poison-vs-control, 0.964 control-vs-control.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Reproducibility defect — found and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The pilot's corpus was a live glob of this repository's own markdown, resolved at run time.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Every commit touching a .md file changed the experiment.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523744"/>
          <a:ext cx="101498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Quantity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Before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After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Corpus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672 KB, 47 files, drifting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615,141 B, frozen, hashed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Shallow pilot 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+0.0535 → −1.2838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+0.872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Deep pilot 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+0.8313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−0.003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Null false-positive rate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55%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Experiment 003 — first execution of the vendor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27632"/>
          <a:ext cx="101498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Measurement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Observed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Reconstructed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Trainable parameters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184,363,776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matches to within RMSNorm weights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Inner (fast) weights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11,501,568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 × 3 × 768 × 1664, exact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Attack surface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6.24%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of trainable parameters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inner_loo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199" y="3273552"/>
            <a:ext cx="8083296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33288"/>
            <a:ext cx="10058400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125M random init, dummy tokens, seq 8192, RTX 3070 Ti, bf16. Falls 2.035 nats over 8 chunks. Chunk 1 within 0.030 nats of a value predicted from two config constants.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Cost model — measured against the live bucket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27632"/>
          <a:ext cx="103327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Quantity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Assumed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Measured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Consequence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/val tokens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50M – 1B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2,000,168,321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eval 0.9 h → 7.45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Storage codec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Blosc ≈ 2.5×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uncompressed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chunk subsampling possible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1B checkpoint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5.9 GB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5.35 GB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inside stated ±10%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Session total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4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10.5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collides with 12 h stop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sz="1250" b="0" i="1" dirty="0" err="1">
                <a:solidFill>
                  <a:srgbClr val="000000"/>
                </a:solidFill>
                <a:latin typeface="Times New Roman"/>
              </a:rPr>
              <a:t>val</a:t>
            </a:r>
            <a:r>
              <a:rPr sz="1250" b="0" i="1" dirty="0">
                <a:solidFill>
                  <a:srgbClr val="000000"/>
                </a:solidFill>
                <a:latin typeface="Times New Roman"/>
              </a:rPr>
              <a:t> is 21 chunks of exactly 100,000,000 tokens. Three chunks give SE 0.0015 </a:t>
            </a:r>
            <a:r>
              <a:rPr sz="1250" b="0" i="1" dirty="0" err="1">
                <a:solidFill>
                  <a:srgbClr val="000000"/>
                </a:solidFill>
                <a:latin typeface="Times New Roman"/>
              </a:rPr>
              <a:t>nats</a:t>
            </a:r>
            <a:r>
              <a:rPr sz="1250" b="0" i="1" dirty="0">
                <a:solidFill>
                  <a:srgbClr val="000000"/>
                </a:solidFill>
                <a:latin typeface="Times New Roman"/>
              </a:rPr>
              <a:t> against a 0.491-nat band, for 1.12 h instead of 7.45. Fixed in writing before any baseline result is seen.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Not 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1542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 dirty="0">
                <a:solidFill>
                  <a:srgbClr val="000000"/>
                </a:solidFill>
                <a:latin typeface="Times New Roman"/>
              </a:rPr>
              <a:t>—  No kill-gate verdict.</a:t>
            </a:r>
            <a:r>
              <a:rPr sz="1600" dirty="0">
                <a:solidFill>
                  <a:srgbClr val="000000"/>
                </a:solidFill>
                <a:latin typeface="Times New Roman"/>
              </a:rPr>
              <a:t>  001 not run. PREREGISTERED.md untouched.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 dirty="0">
                <a:solidFill>
                  <a:srgbClr val="000000"/>
                </a:solidFill>
                <a:latin typeface="Times New Roman"/>
              </a:rPr>
              <a:t>—  No fast-weight carry result.</a:t>
            </a:r>
            <a:r>
              <a:rPr sz="1600" dirty="0">
                <a:solidFill>
                  <a:srgbClr val="000000"/>
                </a:solidFill>
                <a:latin typeface="Times New Roman"/>
              </a:rPr>
              <a:t>  Blocked on GPU memory; </a:t>
            </a:r>
            <a:r>
              <a:rPr lang="en-IN" sz="1600" dirty="0">
                <a:solidFill>
                  <a:srgbClr val="000000"/>
                </a:solidFill>
                <a:latin typeface="Times New Roman"/>
              </a:rPr>
              <a:t>next steps on rented </a:t>
            </a:r>
            <a:r>
              <a:rPr lang="en-IN" sz="1600" dirty="0" err="1">
                <a:solidFill>
                  <a:srgbClr val="000000"/>
                </a:solidFill>
                <a:latin typeface="Times New Roman"/>
              </a:rPr>
              <a:t>gpu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 dirty="0">
                <a:solidFill>
                  <a:srgbClr val="000000"/>
                </a:solidFill>
                <a:latin typeface="Times New Roman"/>
              </a:rPr>
              <a:t>—  No 1B baseline.</a:t>
            </a:r>
            <a:r>
              <a:rPr sz="1600" dirty="0">
                <a:solidFill>
                  <a:srgbClr val="000000"/>
                </a:solidFill>
                <a:latin typeface="Times New Roman"/>
              </a:rPr>
              <a:t>  Needs rented Ampere. Kaggle and </a:t>
            </a:r>
            <a:r>
              <a:rPr sz="1600" dirty="0" err="1">
                <a:solidFill>
                  <a:srgbClr val="000000"/>
                </a:solidFill>
                <a:latin typeface="Times New Roman"/>
              </a:rPr>
              <a:t>Colab</a:t>
            </a:r>
            <a:r>
              <a:rPr sz="1600" dirty="0">
                <a:solidFill>
                  <a:srgbClr val="000000"/>
                </a:solidFill>
                <a:latin typeface="Times New Roman"/>
              </a:rPr>
              <a:t> excluded — </a:t>
            </a:r>
            <a:r>
              <a:rPr sz="1600" dirty="0" err="1">
                <a:solidFill>
                  <a:srgbClr val="000000"/>
                </a:solidFill>
                <a:latin typeface="Times New Roman"/>
              </a:rPr>
              <a:t>cuDNN</a:t>
            </a:r>
            <a:r>
              <a:rPr sz="1600" dirty="0">
                <a:solidFill>
                  <a:srgbClr val="000000"/>
                </a:solidFill>
                <a:latin typeface="Times New Roman"/>
              </a:rPr>
              <a:t> fused attention requires SM80+.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 dirty="0">
                <a:solidFill>
                  <a:srgbClr val="000000"/>
                </a:solidFill>
                <a:latin typeface="Times New Roman"/>
              </a:rPr>
              <a:t>—  002 is not TTT-E2E.</a:t>
            </a:r>
            <a:r>
              <a:rPr sz="1600" dirty="0">
                <a:solidFill>
                  <a:srgbClr val="000000"/>
                </a:solidFill>
                <a:latin typeface="Times New Roman"/>
              </a:rPr>
              <a:t>  0.1M-parameter stand-in, realism bar unscored, cannot return PROCEED.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7420" y="3364992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Seven first-launch failures found and fixed on free hardware, including a checkpoint restore path that raises on the released artefact and a sequence-length reduction that returns NaN rather than an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27632"/>
          <a:ext cx="103327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Requires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1. Fast-weight carry (003)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Ampere GPU, ~16 GB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~1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2. 125M rehearsal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checkpoint already fetched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~0.5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3. 1B baseline vs 2.314–2.805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 /val chunks, rented A100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4 h, ≈ ₹560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4. Kill-gate (001)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all of the above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separate session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67588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Step 1 retires the project's named principal technical risk. Step 4 must be read against the 15% false-positive rate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694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 Maahir</cp:lastModifiedBy>
  <cp:revision>3</cp:revision>
  <dcterms:created xsi:type="dcterms:W3CDTF">2013-01-27T09:14:16Z</dcterms:created>
  <dcterms:modified xsi:type="dcterms:W3CDTF">2026-09-15T05:17:16Z</dcterms:modified>
  <cp:category/>
</cp:coreProperties>
</file>