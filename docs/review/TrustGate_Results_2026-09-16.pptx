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</a:rPr>
              <a:t>Trust-Gated Fast-Weight Updates for TTT-E2E LLMs</a:t>
            </a:r>
          </a:p>
          <a:p>
            <a:pPr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Status of work — what has been measured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4443984"/>
            <a:ext cx="27432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462686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2026-09-16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vendor pin a4fc478   |   corpus pin cc2adbc8   |   spend to date $0.13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Done.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002 complete and reproducible. 003 executes the vendor model. Cost model measured against the live bucket. Realism bar now scorable; Phase 1 harness runs end to end.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Not done.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Kill-gate (001). Fast-weight carry. 1B baseline.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Verdict.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None. Nothing here is a PROCEED or a STOP.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700" b="1">
                <a:solidFill>
                  <a:srgbClr val="000000"/>
                </a:solidFill>
                <a:latin typeface="Times New Roman"/>
              </a:rPr>
              <a:t>—  Spend.</a:t>
            </a:r>
            <a:r>
              <a:rPr sz="1700">
                <a:solidFill>
                  <a:srgbClr val="000000"/>
                </a:solidFill>
                <a:latin typeface="Times New Roman"/>
              </a:rPr>
              <a:t>  $0.13, one GCS transfer. All compute so far on free hardware.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319272"/>
          <a:ext cx="987552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011680"/>
                <a:gridCol w="4572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Pre-registered bar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Cohen's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0.80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untouched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Relative degradation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untouched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Fluency ratio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≤ 1.5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frozen 2026-08-08, scorable from 2026-09-16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002 — scaled-down pilot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Victim: ~0.1M-parameter byte-level TTT stand-in. Not TTT-E2E.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Attacker selects real spans from a benign corpus and chooses their order.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Base weights frozen; only the fast MLP is updated, by SGD, once per chunk.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907792"/>
          <a:ext cx="98755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7744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Measurement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Bar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Effect size (Cohen's d)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+0.122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0.80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Relative degradation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+0.0435%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≥ 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Inner-loop adaptation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0.1114 nats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vs 0.0007 with shallow base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Position in own null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0th percentile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377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The attack moves benign loss by nothing. The mechanism it attacks measurably adapts, so this is a null from a working inner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002 — null distribution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3</a:t>
            </a:r>
          </a:p>
        </p:txBody>
      </p:sp>
      <p:pic>
        <p:nvPicPr>
          <p:cNvPr id="5" name="Picture 4" descr="nul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627632"/>
            <a:ext cx="95097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62856"/>
            <a:ext cx="10058400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3 of 20 control-vs-control draws clear |d| ≥ 0.80. False-positive rate 15%.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Median |d| 0.362, max 1.307, 5 seeds per draw.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50" b="0">
                <a:solidFill>
                  <a:srgbClr val="000000"/>
                </a:solidFill>
                <a:latin typeface="Times New Roman"/>
              </a:rPr>
              <a:t>—  Shallow pilot, same run: d = 0.872 poison-vs-control, 0.964 control-vs-control.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Reproducibility defect — found and fixed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The pilot's corpus was a live glob of this repository's own markdown, resolved at run time.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—  Every commit touching a .md file changed the experiment.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523744"/>
          <a:ext cx="101498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56616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Before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After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Corpus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672 KB, 47 files, drifting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615,141 B, frozen, hashed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Shallow pilot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+0.0535 → −1.2838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+0.872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Deep pilot 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+0.8313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−0.003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Null false-positive rate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55%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15%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5371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Editing two unrelated README files moved d across zero and past the bar in the opposite direction. corpus.txt is now pinned by SHA-256 and checked on load; a mismatch refuses to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Experiment 003 — first execution of the vendor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1498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377440"/>
                <a:gridCol w="47548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Measurement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Reconstructed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Trainable parameters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184,363,776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matches to within RMSNorm weights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Inner (fast) weights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11,501,568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 × 3 × 768 × 1664, exact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Attack surface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6.24%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of trainable parameters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pic>
        <p:nvPicPr>
          <p:cNvPr id="6" name="Picture 5" descr="inner_loo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199" y="3273552"/>
            <a:ext cx="8083296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33288"/>
            <a:ext cx="1005840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125M random init, dummy tokens, seq 8192, RTX 3070 Ti, bf16. Falls 2.035 nats over 8 chunks. Chunk 1 within 0.030 nats of a value predicted from two config constants.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Cost model — measured against the live bucket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3327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011680"/>
                <a:gridCol w="256032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Assumed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Measured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Consequence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/val tokens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50M – 1B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2,000,168,321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eval 0.9 h → 7.45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Storage codec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Blosc ≈ 2.5×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uncompressed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chunk subsampling possible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1B checkpoint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5.9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5.35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inside stated ±10%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Session total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4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10.5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collides with 12 h stop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/val is 21 chunks of exactly 100,000,000 tokens. Three chunks give SE 0.0015 nats against a 0.491-nat band, for 1.12 h instead of 7.45. Fixed in writing before any baseline result is seen.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Phase 1 harness — executable end to end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Fluency reference.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GPT-2 small. Independent of the victim on corpus, tokenizer, and the fact that it does not adapt at inference.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Spike entry point.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Refused every real run until today. Now runs against a victim built with no weights.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542032"/>
          <a:ext cx="100584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/>
                <a:gridCol w="2194560"/>
                <a:gridCol w="29260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Observed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Bar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Reference discrimination, fluent vs scrambled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66.4×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&gt; 2×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Logit equivalence vs reference implementation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5.798e-04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&lt; 1e-03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Argmax agreement, sequence 1 to 1024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100%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CPU test suite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319 passing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was 281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572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The realism bar was frozen on 2026-08-08 and recorded as not yet scorable. It is now scorable. The bar did not move. A weightless victim has nothing to corrupt, so the harness run it enables renders no verdict and its report says so above the verdict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Not established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No kill-gate verdict.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001 not run. PREREGISTERED.md untouched.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No fast-weight carry result.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8 GB card is ~2 GB short. L4 24 GB procured; not yet run.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No 1B baseline.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Needs rented Ampere. Kaggle and Colab excluded — cuDNN fused attention requires SM80+.</a:t>
            </a:r>
          </a:p>
          <a:p>
            <a:pPr>
              <a:lnSpc>
                <a:spcPct val="116000"/>
              </a:lnSpc>
              <a:spcAft>
                <a:spcPts val="1100"/>
              </a:spcAft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—  002 is not TTT-E2E.</a:t>
            </a:r>
            <a:r>
              <a:rPr sz="1600">
                <a:solidFill>
                  <a:srgbClr val="000000"/>
                </a:solidFill>
                <a:latin typeface="Times New Roman"/>
              </a:rPr>
              <a:t>  0.1M-parameter stand-in, realism bar unscored, cannot return PROCEED.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6499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Seven first-launch failures found and fixed on free hardware, including a checkpoint restore path that raises on the released artefact and a sequence-length reduction that returns NaN rather than an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66928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389888"/>
            <a:ext cx="1036289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6327648"/>
            <a:ext cx="10362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Trust-Gated Fast-Weight Updates for TTT-E2E LLMs   |   2026-09-16   |   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27632"/>
          <a:ext cx="1033272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65760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Step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Requires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1">
                          <a:solidFill>
                            <a:srgbClr val="000000"/>
                          </a:solidFill>
                          <a:latin typeface="Times New Roman"/>
                        </a:rPr>
                        <a:t>Cost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1. Fast-weight carry (003)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L4 24 GB, no checkpoint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~1 h, ≈ ₹50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2. Harness wiring run, 001 path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same session, no checkpoint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~0.5 h, ≈ ₹25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3. 125M rehearsal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checkpoint already fetched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~0.5 h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4. 1B baseline vs 2.314–2.805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3 /val chunks, A100 80 GB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4 h, ≈ ₹740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5. Kill-gate (001)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all of the above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separate session</a:t>
                      </a:r>
                    </a:p>
                  </a:txBody>
                  <a:tcPr marL="0" marR="146304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0416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50" b="0" i="1">
                <a:solidFill>
                  <a:srgbClr val="000000"/>
                </a:solidFill>
                <a:latin typeface="Times New Roman"/>
              </a:rPr>
              <a:t>Step 1 retires the project's named principal technical risk; step 2 leaves weights as the only missing input. Step 4 is costed at 80 GB, not 40: the eval batch is floored at 8 independently of global_batch_size, which the earlier 40 GB estimate did not carry. Step 5 must be read against the 15% false-positive rate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